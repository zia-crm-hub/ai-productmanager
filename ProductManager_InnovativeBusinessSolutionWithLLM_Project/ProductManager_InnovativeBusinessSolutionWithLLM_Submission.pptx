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2A47"/>
                </a:solidFill>
                <a:latin typeface="Calibri"/>
              </a:defRPr>
            </a:pPr>
            <a:r>
              <a:t>Innovative Business Solution With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F2937"/>
                </a:solidFill>
                <a:latin typeface="Calibri"/>
              </a:defRPr>
            </a:pPr>
            <a:r>
              <a:t>Privacy-First In-Car AI Assistant for Next-Generation Vehicles</a:t>
            </a:r>
          </a:p>
          <a:p>
            <a:pPr>
              <a:spcAft>
                <a:spcPts val="800"/>
              </a:spcAft>
              <a:defRPr sz="2200">
                <a:solidFill>
                  <a:srgbClr val="1F2937"/>
                </a:solidFill>
                <a:latin typeface="Calibri"/>
              </a:defRPr>
            </a:pPr>
            <a:r>
              <a:t>Scenario A: In-Car AI Assistant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Build trust and modernize in-car AI safely.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Legacy in-car voice UX is outdated and rigid.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Target buyers increasingly expect natural conversational AI.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Recent connected-car privacy scandals raise trust stakes.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Differentiation now depends on both experience and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Core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Deliver modern in-car conversational assistance without compromising safety or privacy.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Compete for younger tech-savvy urban/suburban buyers.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Avoid product-review and privacy backlash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Safety and privacy are non-negotiable design constraints.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25-45 metro/suburban target segment has high AI readiness.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50% already use conversational AI; 98% use messaging.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Differentiate on both assistant quality and trust posture.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Usage patterns suggest strong adoption potential.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Why LLM vs Alternatives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LLM handles natural multi-turn conversation and long-tail requests.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Rule trees and classic NLU are brittle for open-ended queries.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LLM + policy + retrieval balances flexibility and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Hybrid LLM architecture is the best fit for quality and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Faster and more natural in-car task completion.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Lower cognitive load through context-aware interactions.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Privacy-first design builds trust and protects brand equity.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Customer utility and brand trust improve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Hybrid edge + cloud architecture.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Edge: safety gate, privacy filter, offline fallback intents.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Cloud: orchestrator, RAG retrieval, private LLM endpoint,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Edge handles safety; cloud handles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Scalability, Security,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Regional autoscaling and resilient offline fallback.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Consent-gated personalization and redaction controls.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Model routing and token budgets for cost/performance.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Scalable operations with strict governance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LLM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Deployment: edge safety runtime + private cloud endpoint.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Driving mode: low temperature and short responses.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Fine-tuning deferred until quality telemetry validates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Use conservative defaults while driving.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Risks and 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Risks: distraction, hallucinations, privacy leakage, harmful outputs, cost drift.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Mitigations: safety policy gating, confidence thresholds, fallback logic.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Governance: redaction, monitoring, incident response playbooks.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Risk controls are designed into every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Risk of Inaction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Product perceived as outdated versus AI-native competitors.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Lower appeal in high-value target segment.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Missed opportunity for trusted digital-services differentiation.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Not acting creates both market and brand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Roadmap and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Phase 1: safety/privacy foundation + core intents.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Phase 2: personalization and network resilience.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Phase 3: metro rollout and scale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Sequence work to de-risk launch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Success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Voice task success rate.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Interaction satisfaction score.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Time-to-complete key tasks.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Safety/policy violation rate.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Offline fallback success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Measure utility, trust, and operational reliability.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Product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28016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68680"/>
            <a:ext cx="112471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73152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789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A47"/>
                </a:solidFill>
                <a:latin typeface="Calibri"/>
              </a:defRPr>
            </a:pPr>
            <a:r>
              <a:t>Ask and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Approve pilot scope and budget.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Confirm safety/privacy governance and legal guardrails.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t>Launch phase-1 pilot in limited geography with go/no-go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69848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Key Takeaway: Greenlight pilot execution with governance.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Created By : ZIA UL MUSTAFA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